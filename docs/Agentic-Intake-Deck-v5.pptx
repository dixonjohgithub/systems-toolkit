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48840"/>
            <a:ext cx="1463040" cy="64008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Intake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Governance Platform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delivery framework — from intake quality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agile artifact generation.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0" y="731520"/>
            <a:ext cx="3291840" cy="128016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731520"/>
            <a:ext cx="32918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0" y="914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0" y="1627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0" y="2194560"/>
            <a:ext cx="3291840" cy="128016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2194560"/>
            <a:ext cx="329184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377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30906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0" y="3657600"/>
            <a:ext cx="3291840" cy="128016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3657600"/>
            <a:ext cx="329184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3840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0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4553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0" y="5120640"/>
            <a:ext cx="3291840" cy="128016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5120640"/>
            <a:ext cx="329184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5303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0" y="5715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60167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AI Ideas — Every Work Request Type.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pipeline, validation, and governance runs for all 120+ intakes — all routing to Jira.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370332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47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AI Initiatives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GenAI, ML, and automation proposals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178308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783080"/>
            <a:ext cx="370332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1947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07992" y="2468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to existing platforms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84464" y="178308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783080"/>
            <a:ext cx="370332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1947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7344" y="2468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Epics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67344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Additions to active roadmaps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206240"/>
            <a:ext cx="370332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708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insights requests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25112" y="42062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4206240"/>
            <a:ext cx="370332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4507992" y="43708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07992" y="4892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07992" y="53035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 proposals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84464" y="42062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4206240"/>
            <a:ext cx="370332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8467344" y="43708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467344" y="4892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67344" y="53035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and team routing requests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intake type is one YAML config file. Adding a new category requires no code change to the platform.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0058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2560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QUALITY — THE FOUNDATION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Quality — The Foundation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143000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11064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quality means every submission is complete enough to action and specific enough to evaluate.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55778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10512"/>
            <a:ext cx="5577840" cy="640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202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16382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has a substantive response — no blanks, no TBD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8953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Failure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16966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chase clarification 2-3× before an intake is workable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90118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Enforced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517550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 retries up to 3× with specific guidance; vague answers never reach the reviewer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810512"/>
            <a:ext cx="55778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10512"/>
            <a:ext cx="5577840" cy="640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9202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3774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Adherence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8895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316382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answer actually address what is being asked at the required level of specificity?"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8953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Failure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16966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"Improve efficiency" passes a static form. It does not pass a Validation Agent configured for specificity.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90118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Enforced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517550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criteria defined by the intake owner — enforced consistently on every submission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6236208"/>
            <a:ext cx="11430000" cy="438912"/>
          </a:xfrm>
          <a:prstGeom prst="rect">
            <a:avLst/>
          </a:prstGeom>
          <a:solidFill>
            <a:srgbClr val="FFF8E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291072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detection is not part of MVP0 — it is the dedicated focus of MVP1, which searches the full Jira portfolio before any ticket is created.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5989320"/>
            <a:ext cx="11430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04418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not a feature of the platform — it is a property of every submission that comes out of it. Complete. Specific. Ready to evaluate. Quality is the floor, not the ceiling.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00584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2560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— PORTFOLIO VISIBILITY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— Portfolio Visibility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solidFill>
            <a:srgbClr val="EEF4FB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work already happening somewhere else in the organization? MVP1 answers that question before any ticket is created.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ELIMINATED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17830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DETECTION LAYERS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5394960" cy="12344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Builds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build identical capability. Discovery mid-development after full cost sunk.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5394960" cy="12344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47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Collaboration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136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asset built 90 days ago sits unused. New effort rebuilds from scratch.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846320"/>
            <a:ext cx="5394960" cy="12344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919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Workstreams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2852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overlapping Epics run in parallel. Redundancy compounds every sprint.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2103120"/>
            <a:ext cx="539496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103120"/>
            <a:ext cx="411480" cy="1234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487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21762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84848" y="25420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JQL-based Jira query — identical or near-identical titles. Highest confidence.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474720"/>
            <a:ext cx="539496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474720"/>
            <a:ext cx="411480" cy="1234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858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84848" y="3547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4848" y="39136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similarity — same initiative in different departmental vocabulary.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4846320"/>
            <a:ext cx="5394960" cy="1234440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4846320"/>
            <a:ext cx="411480" cy="1234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230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4919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84848" y="52852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 + cosine similarity — meaning-level duplicates regardless of wording.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5989320"/>
            <a:ext cx="1143000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04418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 blocks submission until candidates are acknowledged. Collaborate, reuse, or consciously proceed as distinct — the submitter decides, but never unknowingly.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00584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2560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CLASSIFICATION — SMARTER PRIORITIZATION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Classification — Smarter Prioritization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solidFill>
            <a:srgbClr val="FFF8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new work, an extension of existing work, or work that already belongs under an Epic? Classification is the prerequisite for meaningful prioritization.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WORK TYPE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39496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96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Initiative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Epic creation + business case. Highest scrutiny.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on Existing Epic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1181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existing Epic backlog. No new Epic required.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539496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295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GenAI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81304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AI governance + model risk review queue.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187952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24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5079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automation delivery with complexity pre-classified.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882896"/>
            <a:ext cx="539496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919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Analytics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52029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for data availability and existing asset reuse.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5577840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614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Ops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58978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appropriate team by system ownership + urgency.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17830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PORTFOLIO POSITION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103120"/>
            <a:ext cx="5394960" cy="731520"/>
          </a:xfrm>
          <a:prstGeom prst="rect">
            <a:avLst/>
          </a:prstGeom>
          <a:solidFill>
            <a:srgbClr val="FFF8E8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1579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Epic owns this space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24871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becomes a feature candidate — not a new initiative.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926080"/>
            <a:ext cx="5394960" cy="731520"/>
          </a:xfrm>
          <a:prstGeom prst="rect">
            <a:avLst/>
          </a:prstGeom>
          <a:solidFill>
            <a:srgbClr val="FFF8E8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9809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in-progress 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33101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cross-team coordination before planning begins.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749040"/>
            <a:ext cx="5394960" cy="731520"/>
          </a:xfrm>
          <a:prstGeom prst="rect">
            <a:avLst/>
          </a:prstGeom>
          <a:solidFill>
            <a:srgbClr val="FFF8E8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8039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net new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1330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new initiative queue for full business case review.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46177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PRIORITIZATION INPUTS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4919472"/>
            <a:ext cx="2606040" cy="1005840"/>
          </a:xfrm>
          <a:prstGeom prst="rect">
            <a:avLst/>
          </a:prstGeom>
          <a:solidFill>
            <a:srgbClr val="FFF8E8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965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52852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right team. Surfaces complexity tier so leads can assess manpower impact.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006840" y="4919472"/>
            <a:ext cx="2697480" cy="1005840"/>
          </a:xfrm>
          <a:prstGeom prst="rect">
            <a:avLst/>
          </a:prstGeom>
          <a:solidFill>
            <a:srgbClr val="FFF8E8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4965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Alignment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144000" y="52852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work type + portfolio position so reviewers assess in-scope vs. defer instantly.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5989320"/>
            <a:ext cx="11430000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604418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classification a backlog is a list. With classification a backlog is a portfolio — organized by type, positioned against existing work, tagged for prioritization.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005840" cy="38404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2560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ARTIFACT GENERATION — COMPLIANCE AT CREATION TIME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Artifact Generation — Compliance at Creation Time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solidFill>
            <a:srgbClr val="EEF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compliance is the same problem as intake quality — except it surfaces three sprints into delivery. MVP3 moves the check to the moment of creation.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MVP3 GENERATES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48640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031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0120" y="2103120"/>
            <a:ext cx="4800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76272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pre-populated from validated intake + classification output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548640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4436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0120" y="2944368"/>
            <a:ext cx="4800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0175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from intake, acceptance criteria following company definition-of-done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85616"/>
            <a:ext cx="548640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85616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0120" y="3785616"/>
            <a:ext cx="4800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85876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populated from MVP1 duplicate detection and MVP2 portfolio position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626864"/>
            <a:ext cx="548640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26864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Tags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0120" y="4626864"/>
            <a:ext cx="4800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70001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 / automation tags applied automatically from work type classification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468112"/>
            <a:ext cx="548640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5468112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60120" y="5468112"/>
            <a:ext cx="4800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54126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tier from MVP2 feeds initial story point guidance for sprint planning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17830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ELIMINATED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2103120"/>
            <a:ext cx="5394960" cy="11887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1762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Artifacts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254203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and stories that miss company standards. Remediation mid-sprint is costly.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447288"/>
            <a:ext cx="5394960" cy="11887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Stories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38862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acceptance criteria, no definition-of-done, no dependency links. Scrum masters chase completeness.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4791456"/>
            <a:ext cx="5394960" cy="11887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8646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Overhead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52303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translating approved intakes into Jira artifacts manually. Mechanical work that the platform can do automatically.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5989320"/>
            <a:ext cx="11430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04418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MVP3 runs, the system already knows everything a Jira artifact needs to contain. Generating a compliant Epic is the final output of a process that has been accumulating the right data all along.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Phases. One Accumulating Platform.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data and intelligence generated by the previous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18872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671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Quality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00200" y="1691640"/>
            <a:ext cx="5029200" cy="841248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72821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ADDED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37360" y="19476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complete, guideline-adherent submissions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691640"/>
            <a:ext cx="5029200" cy="841248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72821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ELIMINATES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12280" y="19476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back-and-forth · Vague submissions · Incomplete forms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70048"/>
            <a:ext cx="1188720" cy="8412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6700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14553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00200" y="2670048"/>
            <a:ext cx="5029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27066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ADDED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737360" y="292608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cross-portfolio search across all 120+ intakes and existing Jira Epics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2670048"/>
            <a:ext cx="5029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066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ELIMINATES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12280" y="292608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builds · Missed collaboration · Parallel workstreams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48456"/>
            <a:ext cx="1188720" cy="8412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64845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1239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00200" y="3648456"/>
            <a:ext cx="5029200" cy="841248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368503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ADDED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737360" y="390448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type classification, portfolio positioning, priority signal generation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3648456"/>
            <a:ext cx="5029200" cy="841248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68503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ELIMINATES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12280" y="390448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backlogs · Prioritization without context · Wrong Epic assignments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26864"/>
            <a:ext cx="1188720" cy="84124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6268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5102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Generation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00200" y="4626864"/>
            <a:ext cx="5029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466344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ADDED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737360" y="4882896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policy-compliant Jira Epics, stories, and acceptance criteria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4626864"/>
            <a:ext cx="5029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466344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ELIMINATES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12280" y="4882896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artifacts · Translation overhead · Mid-sprint remediation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in the Current State.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Adding This Platform.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20116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FULL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5303520" cy="43159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304288"/>
            <a:ext cx="5303520" cy="431596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8716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120+ forms accept any answer — reviewers chase clarification before any work begins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49300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Duplicate requests create parallel builds discovered mid-development after full cost committed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49884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portfolio view — leadership cannot see what is active, proposed, or overlapping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5504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Every intake is an island — no shared quality bar, no duplication awareness, no classification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48716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answer validated in real time — reviewers receive complete, actionable submissions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349300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surfaced before week one — before environment access or headcount committed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449884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portfolio visibility — active, pending, classified submissions across all business lines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5504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Auto-generated, compliant Jira artifacts — Epic to story, ready for sprint planning on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0"/>
            <a:ext cx="1828800" cy="64008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QUESTION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the requests currently in flight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duplicates of work happening in a neighboring team?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unknown — that is the problem.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makes it knowable before cost is committed, not after.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864608"/>
            <a:ext cx="5486400" cy="16276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956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32180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60-day parallel pilot with one business line.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types. No disruption to existing processes.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4864608"/>
            <a:ext cx="5212080" cy="1627632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4983480"/>
            <a:ext cx="48463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MVP0 Complete · MVP1 Ready · MVP2 In Design · MVP3 Planned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Intake Configs Active · React + FastAPI + Google ADK + Gemini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120+ intakes route to Jira · Config-driven, no code to add intakes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2026-02-27T13:47:21Z</dcterms:created>
  <dcterms:modified xsi:type="dcterms:W3CDTF">2026-02-27T13:47:21Z</dcterms:modified>
</cp:coreProperties>
</file>