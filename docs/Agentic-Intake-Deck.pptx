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95528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20240"/>
            <a:ext cx="128016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GOVERNANCE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Intake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Governance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front door for every work request — AI ideas, new features,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Epics, data requests, automation — validated, deduplicated, submitted.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13816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Live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3816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·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4297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38160" y="4800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Configs Active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AI Ideas — Every Work Request Type.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pipeline, validation logic, and duplicate detection runs for all of these: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081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Initiatives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ML, and automation proposals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4231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4231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587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80560" y="3081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to existing platforms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4231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4231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5877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0815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Epics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to active product roadmaps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4805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45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5138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insights requests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480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4805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645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80560" y="5138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5532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proposals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48056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480560"/>
            <a:ext cx="36576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6451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12480" y="5138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55321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team routing requests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intake type is one YAML config file. Adding a new intake category requires no code change to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Short on Intake Processes.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Short on Portfolio Visibility.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423160"/>
            <a:ext cx="36576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Quality Floor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forms accept any response. Reviewers spend most of their intake time chasing clarification — before any real planning can begin.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4231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423160"/>
            <a:ext cx="36576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7033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discover mid-development that another group built the same thing — after environment access, data provisioning, and headcount are already committed.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42316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423160"/>
            <a:ext cx="36576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6334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Portfolio Visibility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70332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independent processes, each optimized for one team. No mechanism surfaces what is active, proposed, or recently completed across business lines.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Intake Processes Is the Argument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Platform — Not Against It.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303520" cy="4206240"/>
          </a:xfrm>
          <a:prstGeom prst="rect">
            <a:avLst/>
          </a:prstGeom>
          <a:solidFill>
            <a:srgbClr val="243B5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377440"/>
            <a:ext cx="5303520" cy="4206240"/>
          </a:xfrm>
          <a:prstGeom prst="rect">
            <a:avLst/>
          </a:prstGeom>
          <a:solidFill>
            <a:srgbClr val="0A4A4D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SAY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STRUCTURALLY TRUE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already have a process."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3063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uncoordinated processes create the problem. A unified triage layer — above them, not replacing them — solves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only for AI ideas."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4206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handles all work types: AI, features, Epics, data requests, automation, support. Same system, one YAML config per intake.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need more overhead."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5349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eliminates overhead: validated submissions mean reviewers stop chasing clarification and start actioning 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AGENT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Conversation Pipeline.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Intake Type. Every Work Request.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19456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254203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0662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name and email to establish session identity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65760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" y="400507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16966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through questions defined in the intake YAML config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512064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512064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" y="546811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52120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63270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each question, adapts context from prior answers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19456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9456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6501384" y="254203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22860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70662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quality against criteria; retries up to 3× with guidance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65760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365760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400507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749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Agent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416966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 is stuck, synthesizes prior answers to draft a response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512064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120640"/>
            <a:ext cx="502920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6501384" y="5468112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52120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Agent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5632704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answers, maps to platform fields, submits to Jira / ServiceNow / webhook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MVP2 — DUPLICATE 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Duplicate Detection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Ticket Is Created.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331720"/>
            <a:ext cx="50292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" y="256032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04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 query (JQL for Jira) — identical or near-identical ticket titles already in the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52560" y="2487168"/>
            <a:ext cx="2377440" cy="5943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24871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confidence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383280"/>
            <a:ext cx="50292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" y="361188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564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similarity scoring — surfaces overlapping requests phrased differently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3538728"/>
            <a:ext cx="2377440" cy="5943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353872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434840"/>
            <a:ext cx="502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466344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5079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892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text-embedding-004 + cosine similarity — detects meaning-level duplicates regardless of wording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4590288"/>
            <a:ext cx="2377440" cy="5943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0" y="4590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Meaning-level match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486400"/>
            <a:ext cx="11430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5486400"/>
            <a:ext cx="50292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" y="5715000"/>
            <a:ext cx="493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55595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Ranking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59436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ranker filters noise and separates true duplicates from merely related work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52560" y="5641848"/>
            <a:ext cx="2377440" cy="594360"/>
          </a:xfrm>
          <a:prstGeom prst="rect">
            <a:avLst/>
          </a:prstGeom>
          <a:solidFill>
            <a:srgbClr val="EEF4FB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0" y="564184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filter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duplicates are found: user sees existing ticket details and owner contact info. They choose: collaborate, proceed as distinct, or review further.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in the Current State.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Adding This Platform.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5303520" cy="40416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578608"/>
            <a:ext cx="5303520" cy="40416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432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100+ forms accept incomplete answers — reviewers spend intake time chasing clarification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Duplication discovered mid-development after environment access is already committed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5720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portfolio view — leadership cannot see what is active, proposed, or overlapping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5486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ideas, features, Epics, and data requests flow through unconnected queues with no shared criteria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answer validated in real time — reviewers receive actionable, structured tickets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657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flagged in week one — before environment access, headcount, or data provisioning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5720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portfolio visibility — active, pending, and redirected submissions visible in real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5486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work types through one front door — same quality bar, same governance, one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Parallel Pilot.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 to Existing Processes.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931920" y="2971800"/>
            <a:ext cx="36576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68880"/>
            <a:ext cx="3566160" cy="5120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42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906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Onboard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pilot team intake configs. Platform runs in parallel alongside existing process.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2971800"/>
            <a:ext cx="36576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468880"/>
            <a:ext cx="3566160" cy="5120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542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30906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runs alongside current process. Every submission assessed through both paths.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4688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468880"/>
            <a:ext cx="3566160" cy="5120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542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30906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35661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duplicates surfaced, quality flags raised, reviewer time saved, and submissions redirected.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6291072"/>
            <a:ext cx="114300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33679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existing process is disrupted. Teams continue current intake processes in parallel. The platform runs as an additive triage layer only.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54680"/>
            <a:ext cx="1645920" cy="54864"/>
          </a:xfrm>
          <a:prstGeom prst="rect">
            <a:avLst/>
          </a:prstGeom>
          <a:solidFill>
            <a:srgbClr val="C892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 requests currently in flight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duplicates of work happening in a neighboring team?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unknown — that is the problem.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platform makes it knowable before cost is committed, not after.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892040"/>
            <a:ext cx="5669280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983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60-day parallel pilot with one business line.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types. No disruption to existing processes.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4892040"/>
            <a:ext cx="5029200" cy="155448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49834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MVP1 Complete · MVP2 Ready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Intake Configs Active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Google ADK + Gemini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2026-02-26T15:48:30Z</dcterms:created>
  <dcterms:modified xsi:type="dcterms:W3CDTF">2026-02-26T15:48:30Z</dcterms:modified>
</cp:coreProperties>
</file>